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05840"/>
            <a:ext cx="67271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C00000"/>
                </a:solidFill>
              </a:rPr>
              <a:t>Amazon Product Review Sentiment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26816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0070C0"/>
                </a:solidFill>
              </a:rPr>
              <a:t>Project by Harsimran Kaur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6673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C00000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Amazon receives a huge number of customer reviews every day, making manual analysis slow and difficult.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Businesses need a fast way to understand whether reviews are positive, neutral, or negative.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This project automates review sentiment classification using Machine Learning and a Streamlit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4975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C00000"/>
                </a:solidFill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Perform data cleaning and preprocessing on Amazon review data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Handle missing values and duplicate records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Apply feature engineering techniques for text reviews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Convert text into numerical features using TF-IDF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Train and compare machine learning models for sentiment classification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Deploy the best model using a Streamlit web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4608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C00000"/>
                </a:solidFill>
              </a:rP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rPr dirty="0"/>
              <a:t>Dataset contains Amazon product reviews along with product information, review title, review text, date, and sentiment label.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rPr dirty="0"/>
              <a:t>Target variable: sentiment (Positive / Neutral / Negative).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rPr dirty="0"/>
              <a:t>Total dataset size used in EDA: 4000 records and 8 columns.</a:t>
            </a:r>
            <a:br>
              <a:rPr lang="en-US" dirty="0"/>
            </a:b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CD77B-7AA1-AD5D-6D86-7580D4933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94" y="2872588"/>
            <a:ext cx="11217612" cy="35512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604569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C00000"/>
                </a:solidFill>
              </a:rPr>
              <a:t>Exploratory Data Analysis (EDA) -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rPr dirty="0"/>
              <a:t>The dataset contains 4000 rows and 8 columns, suitable for sentiment classification.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rPr dirty="0"/>
              <a:t>Only the reviews.</a:t>
            </a:r>
            <a:r>
              <a:rPr lang="en-US" dirty="0"/>
              <a:t> </a:t>
            </a:r>
            <a:r>
              <a:rPr dirty="0"/>
              <a:t>title column had missing values (10 records); all other columns were complete.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rPr dirty="0"/>
              <a:t>The sentiment distribution was highly imbalanced, with Positive reviews dominating the dataset.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rPr dirty="0"/>
              <a:t>Frequent words such as great, love, and product gave useful signals about customer opinion.</a:t>
            </a:r>
            <a:br>
              <a:rPr lang="en-US" dirty="0"/>
            </a:b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102C07-0662-629B-0929-427C3BF49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13637"/>
            <a:ext cx="2377646" cy="7620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B6F4D4-2E67-42C6-AA5D-6CF617000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37" y="4283393"/>
            <a:ext cx="2415749" cy="17984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FF63D1-AF4C-21FB-F7B0-680CC7563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209" y="2445277"/>
            <a:ext cx="6747351" cy="42614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63052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C00000"/>
                </a:solidFill>
              </a:rPr>
              <a:t>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Missing review titles were handled during preprocessing.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Review text was cleaned by converting to lowercase, removing URLs, punctuation, stopwords, and extra spaces.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Text data was transformed into numerical form using TF-IDF vectorization.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These steps prepared the review text for machine learning model training.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23385D-0A1C-3071-94DA-24DB26B9E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2359"/>
            <a:ext cx="2911092" cy="777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31461B-94E9-3AF9-A247-1F741492A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89195"/>
            <a:ext cx="3444538" cy="6477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84325C-D308-AF43-3D1C-1D6A5527D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727" y="3311012"/>
            <a:ext cx="7331075" cy="17527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1242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C00000"/>
                </a:solidFill>
              </a:rPr>
              <a:t>Class Balancing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The original dataset was imbalanced, which could bias the model toward the majority class.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RandomOverSampler was applied to balance all sentiment classes.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After balancing, each class had equal representation: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Negative = 3694, Neutral = 3694, Positive = 3694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C323A0-5ED9-20B1-9A82-9E394BAE8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90" y="3131778"/>
            <a:ext cx="4419346" cy="17448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99F729-186E-725A-BB44-FD0BAED54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10227"/>
            <a:ext cx="4694915" cy="16663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410208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C00000"/>
                </a:solidFill>
              </a:rPr>
              <a:t>Models Trained and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Logistic Regression — Accuracy: 98.51%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Naive Bayes — Accuracy: 96.03%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Random Forest — Accuracy: 100.00%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Multiple models were evaluated to choose the most suitable model for deployment.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609D18-C6EC-6766-3F0F-D23EAB4C5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493" y="3446206"/>
            <a:ext cx="4029013" cy="1683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48728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C00000"/>
                </a:solidFill>
              </a:rPr>
              <a:t>Best Model Selected for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Final deployed model: Logistic Regression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Deployment accuracy: 98.51%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Although Random Forest achieved 100% accuracy during evaluation, Logistic Regression was selected because it is simpler, faster, and highly effective for text classification.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401D9D-4CB7-5022-AF3A-0A5E494BE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976" y="3664974"/>
            <a:ext cx="6481371" cy="8230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16224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C00000"/>
                </a:solidFill>
              </a:rPr>
              <a:t>Model Performance - Confusion Matrix</a:t>
            </a:r>
          </a:p>
        </p:txBody>
      </p:sp>
      <p:pic>
        <p:nvPicPr>
          <p:cNvPr id="3" name="Picture 2" descr="a0324325-c42e-4a9b-a71c-8c5d2a3ad9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400800" cy="53790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188720"/>
            <a:ext cx="4754828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rPr dirty="0"/>
              <a:t>The confusion matrix shows class-wise </a:t>
            </a:r>
            <a:endParaRPr lang="en-US" dirty="0"/>
          </a:p>
          <a:p>
            <a:pPr>
              <a:defRPr sz="1800">
                <a:solidFill>
                  <a:srgbClr val="1E293B"/>
                </a:solidFill>
              </a:defRPr>
            </a:pPr>
            <a:r>
              <a:rPr dirty="0"/>
              <a:t>prediction performance.</a:t>
            </a:r>
            <a:r>
              <a:rPr lang="en-US" dirty="0"/>
              <a:t> </a:t>
            </a:r>
            <a:r>
              <a:rPr dirty="0"/>
              <a:t>The evaluated model</a:t>
            </a:r>
            <a:endParaRPr lang="en-US" dirty="0"/>
          </a:p>
          <a:p>
            <a:pPr>
              <a:defRPr sz="1800">
                <a:solidFill>
                  <a:srgbClr val="1E293B"/>
                </a:solidFill>
              </a:defRPr>
            </a:pPr>
            <a:r>
              <a:rPr dirty="0"/>
              <a:t> correctly classified Negative, Neutral, and </a:t>
            </a:r>
            <a:endParaRPr lang="en-US" dirty="0"/>
          </a:p>
          <a:p>
            <a:pPr>
              <a:defRPr sz="1800">
                <a:solidFill>
                  <a:srgbClr val="1E293B"/>
                </a:solidFill>
              </a:defRPr>
            </a:pPr>
            <a:r>
              <a:rPr dirty="0"/>
              <a:t>Positive reviews with very high accuracy.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rPr dirty="0"/>
              <a:t>This indicates strong performance of the trained </a:t>
            </a:r>
            <a:endParaRPr lang="en-US" dirty="0"/>
          </a:p>
          <a:p>
            <a:pPr>
              <a:defRPr sz="1800">
                <a:solidFill>
                  <a:srgbClr val="1E293B"/>
                </a:solidFill>
              </a:defRPr>
            </a:pPr>
            <a:r>
              <a:rPr dirty="0"/>
              <a:t>sentiment classification pipeline.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427059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C00000"/>
                </a:solidFill>
              </a:rPr>
              <a:t>Sample Deployment Predictions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“This product is amazing and works perfectly” → Positive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“Very bad quality and waste of money” → Negative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“The product is okay, nothing special” → Neutral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The model correctly classified custom unseen review examples.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9C4280-55E4-E960-65AD-94F466C77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881" y="3175819"/>
            <a:ext cx="6330237" cy="24157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6449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C00000"/>
                </a:solidFill>
              </a:rPr>
              <a:t>Streamlit Dashboard - Final Output</a:t>
            </a:r>
          </a:p>
        </p:txBody>
      </p:sp>
      <p:pic>
        <p:nvPicPr>
          <p:cNvPr id="3" name="Picture 2" descr="d5e58161-f803-4ae3-a247-1e81cd6b2b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5303520" cy="2983230"/>
          </a:xfrm>
          <a:prstGeom prst="rect">
            <a:avLst/>
          </a:prstGeom>
        </p:spPr>
      </p:pic>
      <p:pic>
        <p:nvPicPr>
          <p:cNvPr id="4" name="Picture 3" descr="c388243c-087b-4204-bb52-62d6a34a55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66160"/>
            <a:ext cx="5303520" cy="29832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097280"/>
            <a:ext cx="5899436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rPr dirty="0"/>
              <a:t>A </a:t>
            </a:r>
            <a:r>
              <a:rPr dirty="0" err="1"/>
              <a:t>Streamlit</a:t>
            </a:r>
            <a:r>
              <a:rPr dirty="0"/>
              <a:t> dashboard was created for real-time </a:t>
            </a:r>
            <a:endParaRPr lang="en-US" dirty="0"/>
          </a:p>
          <a:p>
            <a:pPr>
              <a:defRPr sz="1800">
                <a:solidFill>
                  <a:srgbClr val="1E293B"/>
                </a:solidFill>
              </a:defRPr>
            </a:pPr>
            <a:r>
              <a:rPr dirty="0"/>
              <a:t>sentiment prediction.</a:t>
            </a:r>
            <a:r>
              <a:rPr lang="en-US" dirty="0"/>
              <a:t> </a:t>
            </a:r>
            <a:r>
              <a:rPr dirty="0"/>
              <a:t>Users can enter an Amazon product</a:t>
            </a:r>
            <a:endParaRPr lang="en-US" dirty="0"/>
          </a:p>
          <a:p>
            <a:pPr>
              <a:defRPr sz="1800">
                <a:solidFill>
                  <a:srgbClr val="1E293B"/>
                </a:solidFill>
              </a:defRPr>
            </a:pPr>
            <a:r>
              <a:rPr dirty="0"/>
              <a:t> review and click Predict Sentiment.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rPr dirty="0"/>
              <a:t>The app classifies the review as Positive, Negative, or Neutral</a:t>
            </a:r>
            <a:endParaRPr lang="en-US" dirty="0"/>
          </a:p>
          <a:p>
            <a:pPr>
              <a:defRPr sz="1800">
                <a:solidFill>
                  <a:srgbClr val="1E293B"/>
                </a:solidFill>
              </a:defRPr>
            </a:pPr>
            <a:r>
              <a:rPr dirty="0"/>
              <a:t> using the trained model and saved TF-IDF vectorizer.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41245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C00000"/>
                </a:solidFill>
              </a:rPr>
              <a:t>Project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Data Collection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Exploratory Data Analysis (EDA)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Missing Value Handling &amp; Text Cleaning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TF-IDF Feature Extraction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Class Balancing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Model Training &amp; Evaluation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Best Model Selection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Streamlit Dashboard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5760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Built an end-to-end sentiment analysis system for Amazon product reviews.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Performed EDA, preprocessing, class balancing, and model comparison.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Selected Logistic Regression as the final deployment model with strong performance.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Created a Streamlit dashboard for user-friendly real-time sentiment prediction.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85166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C00000"/>
                </a:solidFill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Use a larger real-world dataset for better generalization.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Experiment with advanced NLP models such as LSTM, GRU, or BERT.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Deploy the dashboard online for public access and live predictions.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Add product-wise review analytics and sentiment trend visualizations.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30857"/>
            <a:ext cx="94900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C00000"/>
                </a:solidFill>
                <a:latin typeface="Algerian" panose="04020705040A02060702" pitchFamily="82" charset="0"/>
              </a:rPr>
              <a:t>                        </a:t>
            </a:r>
            <a:r>
              <a:rPr sz="5400" b="1" dirty="0">
                <a:solidFill>
                  <a:srgbClr val="C00000"/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676</Words>
  <Application>Microsoft Office PowerPoint</Application>
  <PresentationFormat>Widescreen</PresentationFormat>
  <Paragraphs>79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Algerian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Harsimran Kaur</cp:lastModifiedBy>
  <cp:revision>12</cp:revision>
  <dcterms:created xsi:type="dcterms:W3CDTF">2013-01-27T09:14:16Z</dcterms:created>
  <dcterms:modified xsi:type="dcterms:W3CDTF">2026-07-05T02:20:37Z</dcterms:modified>
  <cp:category/>
</cp:coreProperties>
</file>